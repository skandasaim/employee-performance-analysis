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43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bae8a02de3457a/Desktop/Project/Employee%20Performance%20Analysis/employee_performance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bae8a02de3457a/Desktop/Project/Employee%20Performance%20Analysis/employee_performance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bae8a02de3457a/Desktop/Project/Employee%20Performance%20Analysis/employee_performance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afbae8a02de3457a/Desktop/Project/Employee%20Performance%20Analysis/employee_performance_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[employee_performance_dataset.xlsx]Sheet3!PivotTable25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936571064490454"/>
          <c:y val="0.16563062020530836"/>
          <c:w val="0.85406802516796709"/>
          <c:h val="0.7984754336871121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Sheet3!$C$8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Sheet3!$B$9:$B$15</c:f>
              <c:strCache>
                <c:ptCount val="6"/>
                <c:pt idx="0">
                  <c:v>Finance</c:v>
                </c:pt>
                <c:pt idx="1">
                  <c:v>HR</c:v>
                </c:pt>
                <c:pt idx="2">
                  <c:v>IT</c:v>
                </c:pt>
                <c:pt idx="3">
                  <c:v>Marketing</c:v>
                </c:pt>
                <c:pt idx="4">
                  <c:v>Operations</c:v>
                </c:pt>
                <c:pt idx="5">
                  <c:v>Sales</c:v>
                </c:pt>
              </c:strCache>
            </c:strRef>
          </c:cat>
          <c:val>
            <c:numRef>
              <c:f>Sheet3!$C$9:$C$15</c:f>
              <c:numCache>
                <c:formatCode>0.00</c:formatCode>
                <c:ptCount val="6"/>
                <c:pt idx="0">
                  <c:v>7.1926857142857159</c:v>
                </c:pt>
                <c:pt idx="1">
                  <c:v>7.3329508196721287</c:v>
                </c:pt>
                <c:pt idx="2">
                  <c:v>7.162684563758388</c:v>
                </c:pt>
                <c:pt idx="3">
                  <c:v>7.2953797468354464</c:v>
                </c:pt>
                <c:pt idx="4">
                  <c:v>7.3269325153374227</c:v>
                </c:pt>
                <c:pt idx="5">
                  <c:v>7.461337209302326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8-4F8D-B0C7-556EC787242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593168671"/>
        <c:axId val="593169151"/>
      </c:barChart>
      <c:catAx>
        <c:axId val="5931686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3169151"/>
        <c:crosses val="autoZero"/>
        <c:auto val="1"/>
        <c:lblAlgn val="ctr"/>
        <c:lblOffset val="100"/>
        <c:noMultiLvlLbl val="0"/>
      </c:catAx>
      <c:valAx>
        <c:axId val="593169151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593168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[employee_performance_dataset.xlsx]Sheet3!PivotTable27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141361623430478"/>
          <c:y val="0.12172487679254675"/>
          <c:w val="0.59838535986469299"/>
          <c:h val="0.82151749518283201"/>
        </c:manualLayout>
      </c:layout>
      <c:pieChart>
        <c:varyColors val="1"/>
        <c:ser>
          <c:idx val="0"/>
          <c:order val="0"/>
          <c:tx>
            <c:strRef>
              <c:f>Sheet3!$C$18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94-4B1D-AF3E-7800CEB82A7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94-4B1D-AF3E-7800CEB82A7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Sheet3!$B$19:$B$21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Sheet3!$C$19:$C$21</c:f>
              <c:numCache>
                <c:formatCode>General</c:formatCode>
                <c:ptCount val="2"/>
                <c:pt idx="0">
                  <c:v>811</c:v>
                </c:pt>
                <c:pt idx="1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94-4B1D-AF3E-7800CEB82A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baseline="0">
              <a:ln>
                <a:solidFill>
                  <a:srgbClr val="002060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[employee_performance_dataset.xlsx]Sheet3!PivotTable28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Sheet3!$F$18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8A-48B0-A2D6-685B9AD9BE5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8A-48B0-A2D6-685B9AD9BE57}"/>
              </c:ext>
            </c:extLst>
          </c:dPt>
          <c:dLbls>
            <c:dLbl>
              <c:idx val="0"/>
              <c:layout>
                <c:manualLayout>
                  <c:x val="6.2344984933879612E-2"/>
                  <c:y val="0.24532518047033181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91312"/>
                        <a:gd name="adj2" fmla="val -140520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978A-48B0-A2D6-685B9AD9BE57}"/>
                </c:ext>
              </c:extLst>
            </c:dLbl>
            <c:dLbl>
              <c:idx val="1"/>
              <c:layout>
                <c:manualLayout>
                  <c:x val="-7.4220220159380602E-3"/>
                  <c:y val="-0.22412423894820441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75317"/>
                        <a:gd name="adj2" fmla="val 125710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8.8440113048499122E-2"/>
                      <c:h val="0.1127098332780852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78A-48B0-A2D6-685B9AD9BE57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Sheet3!$E$19:$E$21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Sheet3!$F$19:$F$21</c:f>
              <c:numCache>
                <c:formatCode>General</c:formatCode>
                <c:ptCount val="2"/>
                <c:pt idx="0">
                  <c:v>523</c:v>
                </c:pt>
                <c:pt idx="1">
                  <c:v>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8A-48B0-A2D6-685B9AD9B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'[employee_performance_dataset.xlsx]employee_performance Table'!$J$2:$J$1001</cx:f>
        <cx:lvl ptCount="1000" formatCode="General">
          <cx:pt idx="0">90313</cx:pt>
          <cx:pt idx="1">113560</cx:pt>
          <cx:pt idx="2">47826</cx:pt>
          <cx:pt idx="3">117188</cx:pt>
          <cx:pt idx="4">140208</cx:pt>
          <cx:pt idx="5">51659</cx:pt>
          <cx:pt idx="6">53108</cx:pt>
          <cx:pt idx="7">101992</cx:pt>
          <cx:pt idx="8">114334</cx:pt>
          <cx:pt idx="9">48324</cx:pt>
          <cx:pt idx="10">139590</cx:pt>
          <cx:pt idx="11">61518</cx:pt>
          <cx:pt idx="12">139376</cx:pt>
          <cx:pt idx="13">98718</cx:pt>
          <cx:pt idx="14">98828</cx:pt>
          <cx:pt idx="15">48602</cx:pt>
          <cx:pt idx="16">74695</cx:pt>
          <cx:pt idx="17">150745</cx:pt>
          <cx:pt idx="18">109547</cx:pt>
          <cx:pt idx="19">35455</cx:pt>
          <cx:pt idx="20">49004</cx:pt>
          <cx:pt idx="21">122941</cx:pt>
          <cx:pt idx="22">94462</cx:pt>
          <cx:pt idx="23">96229</cx:pt>
          <cx:pt idx="24">60734</cx:pt>
          <cx:pt idx="25">52905</cx:pt>
          <cx:pt idx="26">66347</cx:pt>
          <cx:pt idx="27">146249</cx:pt>
          <cx:pt idx="28">71474</cx:pt>
          <cx:pt idx="29">92263</cx:pt>
          <cx:pt idx="30">94636</cx:pt>
          <cx:pt idx="31">87645</cx:pt>
          <cx:pt idx="32">44566</cx:pt>
          <cx:pt idx="33">49284</cx:pt>
          <cx:pt idx="34">62500</cx:pt>
          <cx:pt idx="35">94005</cx:pt>
          <cx:pt idx="36">68925</cx:pt>
          <cx:pt idx="37">86216</cx:pt>
          <cx:pt idx="38">88261</cx:pt>
          <cx:pt idx="39">77350</cx:pt>
          <cx:pt idx="40">80476</cx:pt>
          <cx:pt idx="41">71855</cx:pt>
          <cx:pt idx="42">70134</cx:pt>
          <cx:pt idx="43">81961</cx:pt>
          <cx:pt idx="44">96098</cx:pt>
          <cx:pt idx="45">146882</cx:pt>
          <cx:pt idx="46">140947</cx:pt>
          <cx:pt idx="47">97339</cx:pt>
          <cx:pt idx="48">140677</cx:pt>
          <cx:pt idx="49">82876</cx:pt>
          <cx:pt idx="50">45892</cx:pt>
          <cx:pt idx="51">68247</cx:pt>
          <cx:pt idx="52">85936</cx:pt>
          <cx:pt idx="53">114288</cx:pt>
          <cx:pt idx="54">109186</cx:pt>
          <cx:pt idx="55">144785</cx:pt>
          <cx:pt idx="56">66150</cx:pt>
          <cx:pt idx="57">85136</cx:pt>
          <cx:pt idx="58">50733</cx:pt>
          <cx:pt idx="59">98838</cx:pt>
          <cx:pt idx="60">41915</cx:pt>
          <cx:pt idx="61">104979</cx:pt>
          <cx:pt idx="62">81039</cx:pt>
          <cx:pt idx="63">118115</cx:pt>
          <cx:pt idx="64">66888</cx:pt>
          <cx:pt idx="65">104563</cx:pt>
          <cx:pt idx="66">115273</cx:pt>
          <cx:pt idx="67">85189</cx:pt>
          <cx:pt idx="68">87108</cx:pt>
          <cx:pt idx="69">130940</cx:pt>
          <cx:pt idx="70">79892</cx:pt>
          <cx:pt idx="71">84729</cx:pt>
          <cx:pt idx="72">80621</cx:pt>
          <cx:pt idx="73">133491</cx:pt>
          <cx:pt idx="74">96154</cx:pt>
          <cx:pt idx="75">145182</cx:pt>
          <cx:pt idx="76">35277</cx:pt>
          <cx:pt idx="77">95740</cx:pt>
          <cx:pt idx="78">107850</cx:pt>
          <cx:pt idx="79">67805</cx:pt>
          <cx:pt idx="80">126983</cx:pt>
          <cx:pt idx="81">62540</cx:pt>
          <cx:pt idx="82">89441</cx:pt>
          <cx:pt idx="83">71513</cx:pt>
          <cx:pt idx="84">98921</cx:pt>
          <cx:pt idx="85">145527</cx:pt>
          <cx:pt idx="86">177839</cx:pt>
          <cx:pt idx="87">45719</cx:pt>
          <cx:pt idx="88">128413</cx:pt>
          <cx:pt idx="89">91518</cx:pt>
          <cx:pt idx="90">71870</cx:pt>
          <cx:pt idx="91">89322</cx:pt>
          <cx:pt idx="92">73935</cx:pt>
          <cx:pt idx="93">99198</cx:pt>
          <cx:pt idx="94">81432</cx:pt>
          <cx:pt idx="95">130875</cx:pt>
          <cx:pt idx="96">47974</cx:pt>
          <cx:pt idx="97">55731</cx:pt>
          <cx:pt idx="98">62802</cx:pt>
          <cx:pt idx="99">71686</cx:pt>
          <cx:pt idx="100">144466</cx:pt>
          <cx:pt idx="101">114532</cx:pt>
          <cx:pt idx="102">141632</cx:pt>
          <cx:pt idx="103">49077</cx:pt>
          <cx:pt idx="104">41923</cx:pt>
          <cx:pt idx="105">34174</cx:pt>
          <cx:pt idx="106">113829</cx:pt>
          <cx:pt idx="107">158857</cx:pt>
          <cx:pt idx="108">48727</cx:pt>
          <cx:pt idx="109">66051</cx:pt>
          <cx:pt idx="110">98178</cx:pt>
          <cx:pt idx="111">48051</cx:pt>
          <cx:pt idx="112">83976</cx:pt>
          <cx:pt idx="113">120000</cx:pt>
          <cx:pt idx="114">48399</cx:pt>
          <cx:pt idx="115">133945</cx:pt>
          <cx:pt idx="116">83799</cx:pt>
          <cx:pt idx="117">121967</cx:pt>
          <cx:pt idx="118">127077</cx:pt>
          <cx:pt idx="119">150559</cx:pt>
          <cx:pt idx="120">111969</cx:pt>
          <cx:pt idx="121">59501</cx:pt>
          <cx:pt idx="122">157536</cx:pt>
          <cx:pt idx="123">142693</cx:pt>
          <cx:pt idx="124">90173</cx:pt>
          <cx:pt idx="125">105356</cx:pt>
          <cx:pt idx="126">89090</cx:pt>
          <cx:pt idx="127">69720</cx:pt>
          <cx:pt idx="128">107227</cx:pt>
          <cx:pt idx="129">48508</cx:pt>
          <cx:pt idx="130">107896</cx:pt>
          <cx:pt idx="131">73416</cx:pt>
          <cx:pt idx="132">112582</cx:pt>
          <cx:pt idx="133">126032</cx:pt>
          <cx:pt idx="134">52899</cx:pt>
          <cx:pt idx="135">70788</cx:pt>
          <cx:pt idx="136">100029</cx:pt>
          <cx:pt idx="137">46055</cx:pt>
          <cx:pt idx="138">98761</cx:pt>
          <cx:pt idx="139">118014</cx:pt>
          <cx:pt idx="140">92746</cx:pt>
          <cx:pt idx="141">112755</cx:pt>
          <cx:pt idx="142">53885</cx:pt>
          <cx:pt idx="143">43741</cx:pt>
          <cx:pt idx="144">36318</cx:pt>
          <cx:pt idx="145">151100</cx:pt>
          <cx:pt idx="146">74387</cx:pt>
          <cx:pt idx="147">77789</cx:pt>
          <cx:pt idx="148">101526</cx:pt>
          <cx:pt idx="149">113303</cx:pt>
          <cx:pt idx="150">81129</cx:pt>
          <cx:pt idx="151">87326</cx:pt>
          <cx:pt idx="152">56763</cx:pt>
          <cx:pt idx="153">101261</cx:pt>
          <cx:pt idx="154">93669</cx:pt>
          <cx:pt idx="155">95028</cx:pt>
          <cx:pt idx="156">83752</cx:pt>
          <cx:pt idx="157">145648</cx:pt>
          <cx:pt idx="158">77854</cx:pt>
          <cx:pt idx="159">45045</cx:pt>
          <cx:pt idx="160">103846</cx:pt>
          <cx:pt idx="161">91974</cx:pt>
          <cx:pt idx="162">74962</cx:pt>
          <cx:pt idx="163">95162</cx:pt>
          <cx:pt idx="164">86532</cx:pt>
          <cx:pt idx="165">114219</cx:pt>
          <cx:pt idx="166">89508</cx:pt>
          <cx:pt idx="167">86302</cx:pt>
          <cx:pt idx="168">55149</cx:pt>
          <cx:pt idx="169">161797</cx:pt>
          <cx:pt idx="170">62056</cx:pt>
          <cx:pt idx="171">130153</cx:pt>
          <cx:pt idx="172">160959</cx:pt>
          <cx:pt idx="173">97478</cx:pt>
          <cx:pt idx="174">83106</cx:pt>
          <cx:pt idx="175">105820</cx:pt>
          <cx:pt idx="176">66545</cx:pt>
          <cx:pt idx="177">60993</cx:pt>
          <cx:pt idx="178">107061</cx:pt>
          <cx:pt idx="179">150840</cx:pt>
          <cx:pt idx="180">95520</cx:pt>
          <cx:pt idx="181">43811</cx:pt>
          <cx:pt idx="182">57234</cx:pt>
          <cx:pt idx="183">144790</cx:pt>
          <cx:pt idx="184">47093</cx:pt>
          <cx:pt idx="185">141654</cx:pt>
          <cx:pt idx="186">69503</cx:pt>
          <cx:pt idx="187">87392</cx:pt>
          <cx:pt idx="188">98578</cx:pt>
          <cx:pt idx="189">136519</cx:pt>
          <cx:pt idx="190">99727</cx:pt>
          <cx:pt idx="191">115085</cx:pt>
          <cx:pt idx="192">84215</cx:pt>
          <cx:pt idx="193">80772</cx:pt>
          <cx:pt idx="194">157893</cx:pt>
          <cx:pt idx="195">56906</cx:pt>
          <cx:pt idx="196">102787</cx:pt>
          <cx:pt idx="197">108545</cx:pt>
          <cx:pt idx="198">111516</cx:pt>
          <cx:pt idx="199">145711</cx:pt>
          <cx:pt idx="200">42033</cx:pt>
          <cx:pt idx="201">92607</cx:pt>
          <cx:pt idx="202">62791</cx:pt>
          <cx:pt idx="203">112912</cx:pt>
          <cx:pt idx="204">110601</cx:pt>
          <cx:pt idx="205">121067</cx:pt>
          <cx:pt idx="206">33820</cx:pt>
          <cx:pt idx="207">112521</cx:pt>
          <cx:pt idx="208">109884</cx:pt>
          <cx:pt idx="209">79183</cx:pt>
          <cx:pt idx="210">87810</cx:pt>
          <cx:pt idx="211">70287</cx:pt>
          <cx:pt idx="212">65886</cx:pt>
          <cx:pt idx="213">88679</cx:pt>
          <cx:pt idx="214">95133</cx:pt>
          <cx:pt idx="215">109097</cx:pt>
          <cx:pt idx="216">77796</cx:pt>
          <cx:pt idx="217">63102</cx:pt>
          <cx:pt idx="218">35204</cx:pt>
          <cx:pt idx="219">48766</cx:pt>
          <cx:pt idx="220">47283</cx:pt>
          <cx:pt idx="221">99347</cx:pt>
          <cx:pt idx="222">53290</cx:pt>
          <cx:pt idx="223">81195</cx:pt>
          <cx:pt idx="224">124764</cx:pt>
          <cx:pt idx="225">62837</cx:pt>
          <cx:pt idx="226">43732</cx:pt>
          <cx:pt idx="227">89895</cx:pt>
          <cx:pt idx="228">114961</cx:pt>
          <cx:pt idx="229">110831</cx:pt>
          <cx:pt idx="230">103657</cx:pt>
          <cx:pt idx="231">75567</cx:pt>
          <cx:pt idx="232">101108</cx:pt>
          <cx:pt idx="233">117105</cx:pt>
          <cx:pt idx="234">129123</cx:pt>
          <cx:pt idx="235">103155</cx:pt>
          <cx:pt idx="236">128122</cx:pt>
          <cx:pt idx="237">112178</cx:pt>
          <cx:pt idx="238">111118</cx:pt>
          <cx:pt idx="239">145731</cx:pt>
          <cx:pt idx="240">146290</cx:pt>
          <cx:pt idx="241">66312</cx:pt>
          <cx:pt idx="242">134471</cx:pt>
          <cx:pt idx="243">90137</cx:pt>
          <cx:pt idx="244">130542</cx:pt>
          <cx:pt idx="245">60127</cx:pt>
          <cx:pt idx="246">42002</cx:pt>
          <cx:pt idx="247">82813</cx:pt>
          <cx:pt idx="248">86027</cx:pt>
          <cx:pt idx="249">93411</cx:pt>
          <cx:pt idx="250">128393</cx:pt>
          <cx:pt idx="251">60609</cx:pt>
          <cx:pt idx="252">101908</cx:pt>
          <cx:pt idx="253">60580</cx:pt>
          <cx:pt idx="254">134005</cx:pt>
          <cx:pt idx="255">46061</cx:pt>
          <cx:pt idx="256">99159</cx:pt>
          <cx:pt idx="257">66661</cx:pt>
          <cx:pt idx="258">118529</cx:pt>
          <cx:pt idx="259">117896</cx:pt>
          <cx:pt idx="260">77375</cx:pt>
          <cx:pt idx="261">67277</cx:pt>
          <cx:pt idx="262">141322</cx:pt>
          <cx:pt idx="263">85717</cx:pt>
          <cx:pt idx="264">86196</cx:pt>
          <cx:pt idx="265">67158</cx:pt>
          <cx:pt idx="266">86354</cx:pt>
          <cx:pt idx="267">120540</cx:pt>
          <cx:pt idx="268">66240</cx:pt>
          <cx:pt idx="269">39980</cx:pt>
          <cx:pt idx="270">95284</cx:pt>
          <cx:pt idx="271">117056</cx:pt>
          <cx:pt idx="272">140522</cx:pt>
          <cx:pt idx="273">153808</cx:pt>
          <cx:pt idx="274">71345</cx:pt>
          <cx:pt idx="275">75358</cx:pt>
          <cx:pt idx="276">51392</cx:pt>
          <cx:pt idx="277">60441</cx:pt>
          <cx:pt idx="278">67179</cx:pt>
          <cx:pt idx="279">138176</cx:pt>
          <cx:pt idx="280">134275</cx:pt>
          <cx:pt idx="281">159584</cx:pt>
          <cx:pt idx="282">53919</cx:pt>
          <cx:pt idx="283">50006</cx:pt>
          <cx:pt idx="284">84545</cx:pt>
          <cx:pt idx="285">137372</cx:pt>
          <cx:pt idx="286">91807</cx:pt>
          <cx:pt idx="287">92106</cx:pt>
          <cx:pt idx="288">99808</cx:pt>
          <cx:pt idx="289">102656</cx:pt>
          <cx:pt idx="290">82666</cx:pt>
          <cx:pt idx="291">121663</cx:pt>
          <cx:pt idx="292">41148</cx:pt>
          <cx:pt idx="293">86694</cx:pt>
          <cx:pt idx="294">55255</cx:pt>
          <cx:pt idx="295">89613</cx:pt>
          <cx:pt idx="296">67972</cx:pt>
          <cx:pt idx="297">37711</cx:pt>
          <cx:pt idx="298">52978</cx:pt>
          <cx:pt idx="299">153962</cx:pt>
          <cx:pt idx="300">98201</cx:pt>
          <cx:pt idx="301">59543</cx:pt>
          <cx:pt idx="302">54644</cx:pt>
          <cx:pt idx="303">77811</cx:pt>
          <cx:pt idx="304">85951</cx:pt>
          <cx:pt idx="305">77842</cx:pt>
          <cx:pt idx="306">107140</cx:pt>
          <cx:pt idx="307">111743</cx:pt>
          <cx:pt idx="308">118147</cx:pt>
          <cx:pt idx="309">126024</cx:pt>
          <cx:pt idx="310">120879</cx:pt>
          <cx:pt idx="311">133660</cx:pt>
          <cx:pt idx="312">83251</cx:pt>
          <cx:pt idx="313">103891</cx:pt>
          <cx:pt idx="314">135323</cx:pt>
          <cx:pt idx="315">85606</cx:pt>
          <cx:pt idx="316">76960</cx:pt>
          <cx:pt idx="317">80335</cx:pt>
          <cx:pt idx="318">98263</cx:pt>
          <cx:pt idx="319">41716</cx:pt>
          <cx:pt idx="320">79582</cx:pt>
          <cx:pt idx="321">78574</cx:pt>
          <cx:pt idx="322">120472</cx:pt>
          <cx:pt idx="323">64239</cx:pt>
          <cx:pt idx="324">46736</cx:pt>
          <cx:pt idx="325">160804</cx:pt>
          <cx:pt idx="326">52283</cx:pt>
          <cx:pt idx="327">112234</cx:pt>
          <cx:pt idx="328">76899</cx:pt>
          <cx:pt idx="329">117614</cx:pt>
          <cx:pt idx="330">85774</cx:pt>
          <cx:pt idx="331">58691</cx:pt>
          <cx:pt idx="332">77941</cx:pt>
          <cx:pt idx="333">138883</cx:pt>
          <cx:pt idx="334">44353</cx:pt>
          <cx:pt idx="335">75575</cx:pt>
          <cx:pt idx="336">116075</cx:pt>
          <cx:pt idx="337">119974</cx:pt>
          <cx:pt idx="338">78827</cx:pt>
          <cx:pt idx="339">75603</cx:pt>
          <cx:pt idx="340">149692</cx:pt>
          <cx:pt idx="341">44024</cx:pt>
          <cx:pt idx="342">107648</cx:pt>
          <cx:pt idx="343">88692</cx:pt>
          <cx:pt idx="344">80191</cx:pt>
          <cx:pt idx="345">75754</cx:pt>
          <cx:pt idx="346">75206</cx:pt>
          <cx:pt idx="347">138033</cx:pt>
          <cx:pt idx="348">91814</cx:pt>
          <cx:pt idx="349">146311</cx:pt>
          <cx:pt idx="350">85483</cx:pt>
          <cx:pt idx="351">100883</cx:pt>
          <cx:pt idx="352">76157</cx:pt>
          <cx:pt idx="353">42902</cx:pt>
          <cx:pt idx="354">73912</cx:pt>
          <cx:pt idx="355">95768</cx:pt>
          <cx:pt idx="356">56354</cx:pt>
          <cx:pt idx="357">54147</cx:pt>
          <cx:pt idx="358">81536</cx:pt>
          <cx:pt idx="359">71780</cx:pt>
          <cx:pt idx="360">147706</cx:pt>
          <cx:pt idx="361">112511</cx:pt>
          <cx:pt idx="362">134291</cx:pt>
          <cx:pt idx="363">153078</cx:pt>
          <cx:pt idx="364">120504</cx:pt>
          <cx:pt idx="365">123483</cx:pt>
          <cx:pt idx="366">92455</cx:pt>
          <cx:pt idx="367">37961</cx:pt>
          <cx:pt idx="368">46952</cx:pt>
          <cx:pt idx="369">89240</cx:pt>
          <cx:pt idx="370">31750</cx:pt>
          <cx:pt idx="371">106338</cx:pt>
          <cx:pt idx="372">50239</cx:pt>
          <cx:pt idx="373">115258</cx:pt>
          <cx:pt idx="374">70962</cx:pt>
          <cx:pt idx="375">107353</cx:pt>
          <cx:pt idx="376">79743</cx:pt>
          <cx:pt idx="377">59620</cx:pt>
          <cx:pt idx="378">122276</cx:pt>
          <cx:pt idx="379">132785</cx:pt>
          <cx:pt idx="380">51787</cx:pt>
          <cx:pt idx="381">87496</cx:pt>
          <cx:pt idx="382">52507</cx:pt>
          <cx:pt idx="383">132395</cx:pt>
          <cx:pt idx="384">85948</cx:pt>
          <cx:pt idx="385">152770</cx:pt>
          <cx:pt idx="386">67791</cx:pt>
          <cx:pt idx="387">139696</cx:pt>
          <cx:pt idx="388">74824</cx:pt>
          <cx:pt idx="389">94803</cx:pt>
          <cx:pt idx="390">112006</cx:pt>
          <cx:pt idx="391">95773</cx:pt>
          <cx:pt idx="392">177706</cx:pt>
          <cx:pt idx="393">154370</cx:pt>
          <cx:pt idx="394">128805</cx:pt>
          <cx:pt idx="395">177026</cx:pt>
          <cx:pt idx="396">135435</cx:pt>
          <cx:pt idx="397">108358</cx:pt>
          <cx:pt idx="398">67000</cx:pt>
          <cx:pt idx="399">40897</cx:pt>
          <cx:pt idx="400">118486</cx:pt>
          <cx:pt idx="401">85713</cx:pt>
          <cx:pt idx="402">41710</cx:pt>
          <cx:pt idx="403">54811</cx:pt>
          <cx:pt idx="404">58257</cx:pt>
          <cx:pt idx="405">150144</cx:pt>
          <cx:pt idx="406">77058</cx:pt>
          <cx:pt idx="407">69958</cx:pt>
          <cx:pt idx="408">87773</cx:pt>
          <cx:pt idx="409">170293</cx:pt>
          <cx:pt idx="410">117974</cx:pt>
          <cx:pt idx="411">56203</cx:pt>
          <cx:pt idx="412">143373</cx:pt>
          <cx:pt idx="413">150683</cx:pt>
          <cx:pt idx="414">44597</cx:pt>
          <cx:pt idx="415">119491</cx:pt>
          <cx:pt idx="416">93354</cx:pt>
          <cx:pt idx="417">101486</cx:pt>
          <cx:pt idx="418">95792</cx:pt>
          <cx:pt idx="419">74552</cx:pt>
          <cx:pt idx="420">35474</cx:pt>
          <cx:pt idx="421">89664</cx:pt>
          <cx:pt idx="422">109094</cx:pt>
          <cx:pt idx="423">81393</cx:pt>
          <cx:pt idx="424">137753</cx:pt>
          <cx:pt idx="425">61718</cx:pt>
          <cx:pt idx="426">69800</cx:pt>
          <cx:pt idx="427">92428</cx:pt>
          <cx:pt idx="428">56140</cx:pt>
          <cx:pt idx="429">36277</cx:pt>
          <cx:pt idx="430">53634</cx:pt>
          <cx:pt idx="431">71122</cx:pt>
          <cx:pt idx="432">55418</cx:pt>
          <cx:pt idx="433">94570</cx:pt>
          <cx:pt idx="434">51539</cx:pt>
          <cx:pt idx="435">141624</cx:pt>
          <cx:pt idx="436">112961</cx:pt>
          <cx:pt idx="437">76665</cx:pt>
          <cx:pt idx="438">140367</cx:pt>
          <cx:pt idx="439">58478</cx:pt>
          <cx:pt idx="440">104681</cx:pt>
          <cx:pt idx="441">45448</cx:pt>
          <cx:pt idx="442">123257</cx:pt>
          <cx:pt idx="443">80293</cx:pt>
          <cx:pt idx="444">52054</cx:pt>
          <cx:pt idx="445">149017</cx:pt>
          <cx:pt idx="446">152465</cx:pt>
          <cx:pt idx="447">72185</cx:pt>
          <cx:pt idx="448">139723</cx:pt>
          <cx:pt idx="449">43906</cx:pt>
          <cx:pt idx="450">94948</cx:pt>
          <cx:pt idx="451">64099</cx:pt>
          <cx:pt idx="452">109961</cx:pt>
          <cx:pt idx="453">125555</cx:pt>
          <cx:pt idx="454">156095</cx:pt>
          <cx:pt idx="455">156141</cx:pt>
          <cx:pt idx="456">90919</cx:pt>
          <cx:pt idx="457">98594</cx:pt>
          <cx:pt idx="458">109663</cx:pt>
          <cx:pt idx="459">69820</cx:pt>
          <cx:pt idx="460">71128</cx:pt>
          <cx:pt idx="461">53607</cx:pt>
          <cx:pt idx="462">40868</cx:pt>
          <cx:pt idx="463">155755</cx:pt>
          <cx:pt idx="464">107754</cx:pt>
          <cx:pt idx="465">146801</cx:pt>
          <cx:pt idx="466">153635</cx:pt>
          <cx:pt idx="467">135812</cx:pt>
          <cx:pt idx="468">36834</cx:pt>
          <cx:pt idx="469">119097</cx:pt>
          <cx:pt idx="470">102752</cx:pt>
          <cx:pt idx="471">84641</cx:pt>
          <cx:pt idx="472">165240</cx:pt>
          <cx:pt idx="473">68588</cx:pt>
          <cx:pt idx="474">108034</cx:pt>
          <cx:pt idx="475">94376</cx:pt>
          <cx:pt idx="476">94783</cx:pt>
          <cx:pt idx="477">139462</cx:pt>
          <cx:pt idx="478">60020</cx:pt>
          <cx:pt idx="479">139843</cx:pt>
          <cx:pt idx="480">58822</cx:pt>
          <cx:pt idx="481">32193</cx:pt>
          <cx:pt idx="482">44953</cx:pt>
          <cx:pt idx="483">47926</cx:pt>
          <cx:pt idx="484">61231</cx:pt>
          <cx:pt idx="485">76615</cx:pt>
          <cx:pt idx="486">70720</cx:pt>
          <cx:pt idx="487">142179</cx:pt>
          <cx:pt idx="488">131181</cx:pt>
          <cx:pt idx="489">59575</cx:pt>
          <cx:pt idx="490">104140</cx:pt>
          <cx:pt idx="491">43494</cx:pt>
          <cx:pt idx="492">118844</cx:pt>
          <cx:pt idx="493">65615</cx:pt>
          <cx:pt idx="494">45245</cx:pt>
          <cx:pt idx="495">68938</cx:pt>
          <cx:pt idx="496">73175</cx:pt>
          <cx:pt idx="497">79943</cx:pt>
          <cx:pt idx="498">117471</cx:pt>
          <cx:pt idx="499">117492</cx:pt>
          <cx:pt idx="500">98054</cx:pt>
          <cx:pt idx="501">106954</cx:pt>
          <cx:pt idx="502">45558</cx:pt>
          <cx:pt idx="503">154977</cx:pt>
          <cx:pt idx="504">63445</cx:pt>
          <cx:pt idx="505">46818</cx:pt>
          <cx:pt idx="506">37021</cx:pt>
          <cx:pt idx="507">60937</cx:pt>
          <cx:pt idx="508">115812</cx:pt>
          <cx:pt idx="509">97980</cx:pt>
          <cx:pt idx="510">145250</cx:pt>
          <cx:pt idx="511">98616</cx:pt>
          <cx:pt idx="512">126186</cx:pt>
          <cx:pt idx="513">73122</cx:pt>
          <cx:pt idx="514">38245</cx:pt>
          <cx:pt idx="515">125255</cx:pt>
          <cx:pt idx="516">95227</cx:pt>
          <cx:pt idx="517">75536</cx:pt>
          <cx:pt idx="518">128592</cx:pt>
          <cx:pt idx="519">62400</cx:pt>
          <cx:pt idx="520">79803</cx:pt>
          <cx:pt idx="521">40960</cx:pt>
          <cx:pt idx="522">143825</cx:pt>
          <cx:pt idx="523">103100</cx:pt>
          <cx:pt idx="524">42969</cx:pt>
          <cx:pt idx="525">101384</cx:pt>
          <cx:pt idx="526">155205</cx:pt>
          <cx:pt idx="527">71409</cx:pt>
          <cx:pt idx="528">162154</cx:pt>
          <cx:pt idx="529">115682</cx:pt>
          <cx:pt idx="530">84872</cx:pt>
          <cx:pt idx="531">81738</cx:pt>
          <cx:pt idx="532">60846</cx:pt>
          <cx:pt idx="533">147059</cx:pt>
          <cx:pt idx="534">73870</cx:pt>
          <cx:pt idx="535">46145</cx:pt>
          <cx:pt idx="536">59940</cx:pt>
          <cx:pt idx="537">63758</cx:pt>
          <cx:pt idx="538">134764</cx:pt>
          <cx:pt idx="539">109696</cx:pt>
          <cx:pt idx="540">120995</cx:pt>
          <cx:pt idx="541">135225</cx:pt>
          <cx:pt idx="542">96394</cx:pt>
          <cx:pt idx="543">43652</cx:pt>
          <cx:pt idx="544">86844</cx:pt>
          <cx:pt idx="545">77163</cx:pt>
          <cx:pt idx="546">105898</cx:pt>
          <cx:pt idx="547">69090</cx:pt>
          <cx:pt idx="548">98071</cx:pt>
          <cx:pt idx="549">169772</cx:pt>
          <cx:pt idx="550">64797</cx:pt>
          <cx:pt idx="551">67173</cx:pt>
          <cx:pt idx="552">46112</cx:pt>
          <cx:pt idx="553">75820</cx:pt>
          <cx:pt idx="554">59318</cx:pt>
          <cx:pt idx="555">108845</cx:pt>
          <cx:pt idx="556">118262</cx:pt>
          <cx:pt idx="557">86436</cx:pt>
          <cx:pt idx="558">112520</cx:pt>
          <cx:pt idx="559">57065</cx:pt>
          <cx:pt idx="560">75634</cx:pt>
          <cx:pt idx="561">73366</cx:pt>
          <cx:pt idx="562">61910</cx:pt>
          <cx:pt idx="563">59261</cx:pt>
          <cx:pt idx="564">108050</cx:pt>
          <cx:pt idx="565">108929</cx:pt>
          <cx:pt idx="566">80527</cx:pt>
          <cx:pt idx="567">59435</cx:pt>
          <cx:pt idx="568">142576</cx:pt>
          <cx:pt idx="569">72650</cx:pt>
          <cx:pt idx="570">139423</cx:pt>
          <cx:pt idx="571">42949</cx:pt>
          <cx:pt idx="572">96467</cx:pt>
          <cx:pt idx="573">136242</cx:pt>
          <cx:pt idx="574">63202</cx:pt>
          <cx:pt idx="575">125527</cx:pt>
          <cx:pt idx="576">62162</cx:pt>
          <cx:pt idx="577">91766</cx:pt>
          <cx:pt idx="578">53461</cx:pt>
          <cx:pt idx="579">68152</cx:pt>
          <cx:pt idx="580">96928</cx:pt>
          <cx:pt idx="581">109983</cx:pt>
          <cx:pt idx="582">103366</cx:pt>
          <cx:pt idx="583">121564</cx:pt>
          <cx:pt idx="584">58359</cx:pt>
          <cx:pt idx="585">147862</cx:pt>
          <cx:pt idx="586">58595</cx:pt>
          <cx:pt idx="587">125755</cx:pt>
          <cx:pt idx="588">82597</cx:pt>
          <cx:pt idx="589">95418</cx:pt>
          <cx:pt idx="590">118811</cx:pt>
          <cx:pt idx="591">46984</cx:pt>
          <cx:pt idx="592">54385</cx:pt>
          <cx:pt idx="593">178751</cx:pt>
          <cx:pt idx="594">125653</cx:pt>
          <cx:pt idx="595">61286</cx:pt>
          <cx:pt idx="596">94947</cx:pt>
          <cx:pt idx="597">75434</cx:pt>
          <cx:pt idx="598">153152</cx:pt>
          <cx:pt idx="599">132140</cx:pt>
          <cx:pt idx="600">69681</cx:pt>
          <cx:pt idx="601">93954</cx:pt>
          <cx:pt idx="602">103902</cx:pt>
          <cx:pt idx="603">146675</cx:pt>
          <cx:pt idx="604">119494</cx:pt>
          <cx:pt idx="605">55689</cx:pt>
          <cx:pt idx="606">59854</cx:pt>
          <cx:pt idx="607">107075</cx:pt>
          <cx:pt idx="608">133228</cx:pt>
          <cx:pt idx="609">39020</cx:pt>
          <cx:pt idx="610">81483</cx:pt>
          <cx:pt idx="611">58180</cx:pt>
          <cx:pt idx="612">55207</cx:pt>
          <cx:pt idx="613">72023</cx:pt>
          <cx:pt idx="614">61382</cx:pt>
          <cx:pt idx="615">77471</cx:pt>
          <cx:pt idx="616">70818</cx:pt>
          <cx:pt idx="617">133780</cx:pt>
          <cx:pt idx="618">95647</cx:pt>
          <cx:pt idx="619">88831</cx:pt>
          <cx:pt idx="620">76506</cx:pt>
          <cx:pt idx="621">128042</cx:pt>
          <cx:pt idx="622">113813</cx:pt>
          <cx:pt idx="623">79454</cx:pt>
          <cx:pt idx="624">93890</cx:pt>
          <cx:pt idx="625">82828</cx:pt>
          <cx:pt idx="626">57404</cx:pt>
          <cx:pt idx="627">107827</cx:pt>
          <cx:pt idx="628">111753</cx:pt>
          <cx:pt idx="629">122932</cx:pt>
          <cx:pt idx="630">60721</cx:pt>
          <cx:pt idx="631">51852</cx:pt>
          <cx:pt idx="632">150376</cx:pt>
          <cx:pt idx="633">68670</cx:pt>
          <cx:pt idx="634">122006</cx:pt>
          <cx:pt idx="635">148858</cx:pt>
          <cx:pt idx="636">91003</cx:pt>
          <cx:pt idx="637">48716</cx:pt>
          <cx:pt idx="638">102425</cx:pt>
          <cx:pt idx="639">81208</cx:pt>
          <cx:pt idx="640">71336</cx:pt>
          <cx:pt idx="641">162081</cx:pt>
          <cx:pt idx="642">80168</cx:pt>
          <cx:pt idx="643">58903</cx:pt>
          <cx:pt idx="644">51550</cx:pt>
          <cx:pt idx="645">56208</cx:pt>
          <cx:pt idx="646">58216</cx:pt>
          <cx:pt idx="647">157576</cx:pt>
          <cx:pt idx="648">84062</cx:pt>
          <cx:pt idx="649">88888</cx:pt>
          <cx:pt idx="650">109861</cx:pt>
          <cx:pt idx="651">72434</cx:pt>
          <cx:pt idx="652">110613</cx:pt>
          <cx:pt idx="653">103561</cx:pt>
          <cx:pt idx="654">93539</cx:pt>
          <cx:pt idx="655">93767</cx:pt>
          <cx:pt idx="656">74959</cx:pt>
          <cx:pt idx="657">159095</cx:pt>
          <cx:pt idx="658">42381</cx:pt>
          <cx:pt idx="659">96556</cx:pt>
          <cx:pt idx="660">63859</cx:pt>
          <cx:pt idx="661">96553</cx:pt>
          <cx:pt idx="662">122627</cx:pt>
          <cx:pt idx="663">140166</cx:pt>
          <cx:pt idx="664">134541</cx:pt>
          <cx:pt idx="665">98114</cx:pt>
          <cx:pt idx="666">41701</cx:pt>
          <cx:pt idx="667">46990</cx:pt>
          <cx:pt idx="668">160373</cx:pt>
          <cx:pt idx="669">65164</cx:pt>
          <cx:pt idx="670">135259</cx:pt>
          <cx:pt idx="671">113130</cx:pt>
          <cx:pt idx="672">84789</cx:pt>
          <cx:pt idx="673">97772</cx:pt>
          <cx:pt idx="674">129410</cx:pt>
          <cx:pt idx="675">77086</cx:pt>
          <cx:pt idx="676">56454</cx:pt>
          <cx:pt idx="677">157887</cx:pt>
          <cx:pt idx="678">150049</cx:pt>
          <cx:pt idx="679">105520</cx:pt>
          <cx:pt idx="680">78386</cx:pt>
          <cx:pt idx="681">162081</cx:pt>
          <cx:pt idx="682">124678</cx:pt>
          <cx:pt idx="683">57013</cx:pt>
          <cx:pt idx="684">66149</cx:pt>
          <cx:pt idx="685">112865</cx:pt>
          <cx:pt idx="686">55860</cx:pt>
          <cx:pt idx="687">89779</cx:pt>
          <cx:pt idx="688">92331</cx:pt>
          <cx:pt idx="689">75326</cx:pt>
          <cx:pt idx="690">159618</cx:pt>
          <cx:pt idx="691">68343</cx:pt>
          <cx:pt idx="692">73755</cx:pt>
          <cx:pt idx="693">82017</cx:pt>
          <cx:pt idx="694">82180</cx:pt>
          <cx:pt idx="695">112770</cx:pt>
          <cx:pt idx="696">78328</cx:pt>
          <cx:pt idx="697">100800</cx:pt>
          <cx:pt idx="698">128046</cx:pt>
          <cx:pt idx="699">100055</cx:pt>
          <cx:pt idx="700">153088</cx:pt>
          <cx:pt idx="701">94343</cx:pt>
          <cx:pt idx="702">131707</cx:pt>
          <cx:pt idx="703">77440</cx:pt>
          <cx:pt idx="704">40214</cx:pt>
          <cx:pt idx="705">150372</cx:pt>
          <cx:pt idx="706">86466</cx:pt>
          <cx:pt idx="707">117734</cx:pt>
          <cx:pt idx="708">85815</cx:pt>
          <cx:pt idx="709">139382</cx:pt>
          <cx:pt idx="710">69151</cx:pt>
          <cx:pt idx="711">104895</cx:pt>
          <cx:pt idx="712">65483</cx:pt>
          <cx:pt idx="713">82439</cx:pt>
          <cx:pt idx="714">73231</cx:pt>
          <cx:pt idx="715">80904</cx:pt>
          <cx:pt idx="716">42822</cx:pt>
          <cx:pt idx="717">41902</cx:pt>
          <cx:pt idx="718">164091</cx:pt>
          <cx:pt idx="719">90468</cx:pt>
          <cx:pt idx="720">52290</cx:pt>
          <cx:pt idx="721">109428</cx:pt>
          <cx:pt idx="722">76696</cx:pt>
          <cx:pt idx="723">57465</cx:pt>
          <cx:pt idx="724">102690</cx:pt>
          <cx:pt idx="725">116630</cx:pt>
          <cx:pt idx="726">110486</cx:pt>
          <cx:pt idx="727">89643</cx:pt>
          <cx:pt idx="728">69058</cx:pt>
          <cx:pt idx="729">78913</cx:pt>
          <cx:pt idx="730">80232</cx:pt>
          <cx:pt idx="731">82460</cx:pt>
          <cx:pt idx="732">53120</cx:pt>
          <cx:pt idx="733">88505</cx:pt>
          <cx:pt idx="734">84681</cx:pt>
          <cx:pt idx="735">79299</cx:pt>
          <cx:pt idx="736">63465</cx:pt>
          <cx:pt idx="737">53889</cx:pt>
          <cx:pt idx="738">90549</cx:pt>
          <cx:pt idx="739">112657</cx:pt>
          <cx:pt idx="740">69590</cx:pt>
          <cx:pt idx="741">152112</cx:pt>
          <cx:pt idx="742">50638</cx:pt>
          <cx:pt idx="743">75667</cx:pt>
          <cx:pt idx="744">70038</cx:pt>
          <cx:pt idx="745">129004</cx:pt>
          <cx:pt idx="746">113766</cx:pt>
          <cx:pt idx="747">119069</cx:pt>
          <cx:pt idx="748">65695</cx:pt>
          <cx:pt idx="749">66173</cx:pt>
          <cx:pt idx="750">126184</cx:pt>
          <cx:pt idx="751">69662</cx:pt>
          <cx:pt idx="752">115819</cx:pt>
          <cx:pt idx="753">69049</cx:pt>
          <cx:pt idx="754">118969</cx:pt>
          <cx:pt idx="755">151180</cx:pt>
          <cx:pt idx="756">131668</cx:pt>
          <cx:pt idx="757">130855</cx:pt>
          <cx:pt idx="758">117150</cx:pt>
          <cx:pt idx="759">129737</cx:pt>
          <cx:pt idx="760">37199</cx:pt>
          <cx:pt idx="761">152254</cx:pt>
          <cx:pt idx="762">98392</cx:pt>
          <cx:pt idx="763">176709</cx:pt>
          <cx:pt idx="764">122657</cx:pt>
          <cx:pt idx="765">74510</cx:pt>
          <cx:pt idx="766">46941</cx:pt>
          <cx:pt idx="767">67449</cx:pt>
          <cx:pt idx="768">115338</cx:pt>
          <cx:pt idx="769">118455</cx:pt>
          <cx:pt idx="770">66051</cx:pt>
          <cx:pt idx="771">137321</cx:pt>
          <cx:pt idx="772">76576</cx:pt>
          <cx:pt idx="773">110034</cx:pt>
          <cx:pt idx="774">107442</cx:pt>
          <cx:pt idx="775">55881</cx:pt>
          <cx:pt idx="776">173535</cx:pt>
          <cx:pt idx="777">72651</cx:pt>
          <cx:pt idx="778">82501</cx:pt>
          <cx:pt idx="779">53574</cx:pt>
          <cx:pt idx="780">48791</cx:pt>
          <cx:pt idx="781">37554</cx:pt>
          <cx:pt idx="782">78307</cx:pt>
          <cx:pt idx="783">50099</cx:pt>
          <cx:pt idx="784">40672</cx:pt>
          <cx:pt idx="785">56689</cx:pt>
          <cx:pt idx="786">43509</cx:pt>
          <cx:pt idx="787">116691</cx:pt>
          <cx:pt idx="788">42944</cx:pt>
          <cx:pt idx="789">45435</cx:pt>
          <cx:pt idx="790">99699</cx:pt>
          <cx:pt idx="791">143817</cx:pt>
          <cx:pt idx="792">66428</cx:pt>
          <cx:pt idx="793">45968</cx:pt>
          <cx:pt idx="794">82006</cx:pt>
          <cx:pt idx="795">78631</cx:pt>
          <cx:pt idx="796">121192</cx:pt>
          <cx:pt idx="797">138958</cx:pt>
          <cx:pt idx="798">49529</cx:pt>
          <cx:pt idx="799">102283</cx:pt>
          <cx:pt idx="800">51298</cx:pt>
          <cx:pt idx="801">72482</cx:pt>
          <cx:pt idx="802">161714</cx:pt>
          <cx:pt idx="803">90629</cx:pt>
          <cx:pt idx="804">55552</cx:pt>
          <cx:pt idx="805">80610</cx:pt>
          <cx:pt idx="806">119915</cx:pt>
          <cx:pt idx="807">87337</cx:pt>
          <cx:pt idx="808">45879</cx:pt>
          <cx:pt idx="809">62409</cx:pt>
          <cx:pt idx="810">43992</cx:pt>
          <cx:pt idx="811">109083</cx:pt>
          <cx:pt idx="812">88324</cx:pt>
          <cx:pt idx="813">131096</cx:pt>
          <cx:pt idx="814">98211</cx:pt>
          <cx:pt idx="815">126309</cx:pt>
          <cx:pt idx="816">66581</cx:pt>
          <cx:pt idx="817">132839</cx:pt>
          <cx:pt idx="818">64503</cx:pt>
          <cx:pt idx="819">120236</cx:pt>
          <cx:pt idx="820">131701</cx:pt>
          <cx:pt idx="821">141676</cx:pt>
          <cx:pt idx="822">60575</cx:pt>
          <cx:pt idx="823">144107</cx:pt>
          <cx:pt idx="824">96341</cx:pt>
          <cx:pt idx="825">142538</cx:pt>
          <cx:pt idx="826">56725</cx:pt>
          <cx:pt idx="827">70312</cx:pt>
          <cx:pt idx="828">145852</cx:pt>
          <cx:pt idx="829">86539</cx:pt>
          <cx:pt idx="830">70563</cx:pt>
          <cx:pt idx="831">114080</cx:pt>
          <cx:pt idx="832">45619</cx:pt>
          <cx:pt idx="833">79519</cx:pt>
          <cx:pt idx="834">50532</cx:pt>
          <cx:pt idx="835">171771</cx:pt>
          <cx:pt idx="836">52530</cx:pt>
          <cx:pt idx="837">99894</cx:pt>
          <cx:pt idx="838">149076</cx:pt>
          <cx:pt idx="839">103506</cx:pt>
          <cx:pt idx="840">129749</cx:pt>
          <cx:pt idx="841">84452</cx:pt>
          <cx:pt idx="842">72191</cx:pt>
          <cx:pt idx="843">85213</cx:pt>
          <cx:pt idx="844">104396</cx:pt>
          <cx:pt idx="845">146521</cx:pt>
          <cx:pt idx="846">93277</cx:pt>
          <cx:pt idx="847">126230</cx:pt>
          <cx:pt idx="848">101262</cx:pt>
          <cx:pt idx="849">42849</cx:pt>
          <cx:pt idx="850">54225</cx:pt>
          <cx:pt idx="851">80386</cx:pt>
          <cx:pt idx="852">57354</cx:pt>
          <cx:pt idx="853">80174</cx:pt>
          <cx:pt idx="854">124820</cx:pt>
          <cx:pt idx="855">84131</cx:pt>
          <cx:pt idx="856">117828</cx:pt>
          <cx:pt idx="857">151761</cx:pt>
          <cx:pt idx="858">76087</cx:pt>
          <cx:pt idx="859">132929</cx:pt>
          <cx:pt idx="860">135044</cx:pt>
          <cx:pt idx="861">67002</cx:pt>
          <cx:pt idx="862">124365</cx:pt>
          <cx:pt idx="863">58373</cx:pt>
          <cx:pt idx="864">118269</cx:pt>
          <cx:pt idx="865">54147</cx:pt>
          <cx:pt idx="866">122099</cx:pt>
          <cx:pt idx="867">40536</cx:pt>
          <cx:pt idx="868">83476</cx:pt>
          <cx:pt idx="869">48715</cx:pt>
          <cx:pt idx="870">67848</cx:pt>
          <cx:pt idx="871">37483</cx:pt>
          <cx:pt idx="872">91296</cx:pt>
          <cx:pt idx="873">94800</cx:pt>
          <cx:pt idx="874">59980</cx:pt>
          <cx:pt idx="875">99341</cx:pt>
          <cx:pt idx="876">59063</cx:pt>
          <cx:pt idx="877">63526</cx:pt>
          <cx:pt idx="878">44625</cx:pt>
          <cx:pt idx="879">137053</cx:pt>
          <cx:pt idx="880">159575</cx:pt>
          <cx:pt idx="881">143776</cx:pt>
          <cx:pt idx="882">80635</cx:pt>
          <cx:pt idx="883">77378</cx:pt>
          <cx:pt idx="884">52809</cx:pt>
          <cx:pt idx="885">165669</cx:pt>
          <cx:pt idx="886">101902</cx:pt>
          <cx:pt idx="887">100755</cx:pt>
          <cx:pt idx="888">119707</cx:pt>
          <cx:pt idx="889">137157</cx:pt>
          <cx:pt idx="890">38450</cx:pt>
          <cx:pt idx="891">96460</cx:pt>
          <cx:pt idx="892">76489</cx:pt>
          <cx:pt idx="893">106988</cx:pt>
          <cx:pt idx="894">43008</cx:pt>
          <cx:pt idx="895">97506</cx:pt>
          <cx:pt idx="896">50091</cx:pt>
          <cx:pt idx="897">87348</cx:pt>
          <cx:pt idx="898">50165</cx:pt>
          <cx:pt idx="899">47437</cx:pt>
          <cx:pt idx="900">132196</cx:pt>
          <cx:pt idx="901">60223</cx:pt>
          <cx:pt idx="902">48589</cx:pt>
          <cx:pt idx="903">115016</cx:pt>
          <cx:pt idx="904">112552</cx:pt>
          <cx:pt idx="905">132910</cx:pt>
          <cx:pt idx="906">122005</cx:pt>
          <cx:pt idx="907">75151</cx:pt>
          <cx:pt idx="908">125806</cx:pt>
          <cx:pt idx="909">125060</cx:pt>
          <cx:pt idx="910">30613</cx:pt>
          <cx:pt idx="911">94064</cx:pt>
          <cx:pt idx="912">77638</cx:pt>
          <cx:pt idx="913">135857</cx:pt>
          <cx:pt idx="914">120132</cx:pt>
          <cx:pt idx="915">64983</cx:pt>
          <cx:pt idx="916">160213</cx:pt>
          <cx:pt idx="917">75162</cx:pt>
          <cx:pt idx="918">118606</cx:pt>
          <cx:pt idx="919">128025</cx:pt>
          <cx:pt idx="920">85412</cx:pt>
          <cx:pt idx="921">131497</cx:pt>
          <cx:pt idx="922">79798</cx:pt>
          <cx:pt idx="923">51047</cx:pt>
          <cx:pt idx="924">98915</cx:pt>
          <cx:pt idx="925">102670</cx:pt>
          <cx:pt idx="926">84686</cx:pt>
          <cx:pt idx="927">72147</cx:pt>
          <cx:pt idx="928">93312</cx:pt>
          <cx:pt idx="929">75964</cx:pt>
          <cx:pt idx="930">93556</cx:pt>
          <cx:pt idx="931">84360</cx:pt>
          <cx:pt idx="932">95834</cx:pt>
          <cx:pt idx="933">83010</cx:pt>
          <cx:pt idx="934">88451</cx:pt>
          <cx:pt idx="935">100123</cx:pt>
          <cx:pt idx="936">167436</cx:pt>
          <cx:pt idx="937">143790</cx:pt>
          <cx:pt idx="938">124926</cx:pt>
          <cx:pt idx="939">60576</cx:pt>
          <cx:pt idx="940">48074</cx:pt>
          <cx:pt idx="941">140581</cx:pt>
          <cx:pt idx="942">60265</cx:pt>
          <cx:pt idx="943">73058</cx:pt>
          <cx:pt idx="944">120085</cx:pt>
          <cx:pt idx="945">74732</cx:pt>
          <cx:pt idx="946">128815</cx:pt>
          <cx:pt idx="947">130257</cx:pt>
          <cx:pt idx="948">66063</cx:pt>
          <cx:pt idx="949">112529</cx:pt>
          <cx:pt idx="950">84198</cx:pt>
          <cx:pt idx="951">108248</cx:pt>
          <cx:pt idx="952">124792</cx:pt>
          <cx:pt idx="953">128974</cx:pt>
          <cx:pt idx="954">98580</cx:pt>
          <cx:pt idx="955">83239</cx:pt>
          <cx:pt idx="956">63907</cx:pt>
          <cx:pt idx="957">71293</cx:pt>
          <cx:pt idx="958">45356</cx:pt>
          <cx:pt idx="959">37982</cx:pt>
          <cx:pt idx="960">119967</cx:pt>
          <cx:pt idx="961">123784</cx:pt>
          <cx:pt idx="962">67877</cx:pt>
          <cx:pt idx="963">92775</cx:pt>
          <cx:pt idx="964">136457</cx:pt>
          <cx:pt idx="965">92592</cx:pt>
          <cx:pt idx="966">52344</cx:pt>
          <cx:pt idx="967">82015</cx:pt>
          <cx:pt idx="968">105282</cx:pt>
          <cx:pt idx="969">88224</cx:pt>
          <cx:pt idx="970">164502</cx:pt>
          <cx:pt idx="971">46018</cx:pt>
          <cx:pt idx="972">54177</cx:pt>
          <cx:pt idx="973">62274</cx:pt>
          <cx:pt idx="974">115179</cx:pt>
          <cx:pt idx="975">48092</cx:pt>
          <cx:pt idx="976">63776</cx:pt>
          <cx:pt idx="977">142630</cx:pt>
          <cx:pt idx="978">79711</cx:pt>
          <cx:pt idx="979">123641</cx:pt>
          <cx:pt idx="980">92748</cx:pt>
          <cx:pt idx="981">115569</cx:pt>
          <cx:pt idx="982">125239</cx:pt>
          <cx:pt idx="983">146496</cx:pt>
          <cx:pt idx="984">89907</cx:pt>
          <cx:pt idx="985">97129</cx:pt>
          <cx:pt idx="986">54975</cx:pt>
          <cx:pt idx="987">84191</cx:pt>
          <cx:pt idx="988">55044</cx:pt>
          <cx:pt idx="989">118728</cx:pt>
          <cx:pt idx="990">65940</cx:pt>
          <cx:pt idx="991">124931</cx:pt>
          <cx:pt idx="992">86256</cx:pt>
          <cx:pt idx="993">67290</cx:pt>
          <cx:pt idx="994">72811</cx:pt>
          <cx:pt idx="995">85685</cx:pt>
          <cx:pt idx="996">83066</cx:pt>
          <cx:pt idx="997">94194</cx:pt>
          <cx:pt idx="998">94641</cx:pt>
          <cx:pt idx="999">33120</cx:pt>
        </cx:lvl>
      </cx:numDim>
    </cx:data>
  </cx:chartData>
  <cx:chart>
    <cx:plotArea>
      <cx:plotAreaRegion>
        <cx:series layoutId="clusteredColumn" uniqueId="{C8387C7B-D712-4ABC-8B22-815EF7261ABF}">
          <cx:tx>
            <cx:txData>
              <cx:f>'[employee_performance_dataset.xlsx]employee_performance Table'!$J$1</cx:f>
              <cx:v>salary</cx:v>
            </cx:txData>
          </cx:tx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tle>
          <cx:tx>
            <cx:txData>
              <cx:v>Salery Distribution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/>
                </a:rPr>
                <a:t>Salery Distribution</a:t>
              </a:r>
            </a:p>
          </cx:txPr>
        </cx:title>
        <cx:tickLabels/>
      </cx:axis>
      <cx:axis id="1">
        <cx:valScaling/>
        <cx:title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3694-7AE4-E3FB-594D-43A2EBCCA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65D27-F9ED-AE02-E13C-BE09A5C02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391B2-5002-68DB-CD61-4CB3D5FD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6F125-553D-65AE-CE3E-FCD1F90D9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E2BBE-052C-A0E5-FEB4-7CE3B99D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4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4ACD-401C-D9EB-494D-FE0BF36A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DA38B-5D6C-6DE2-31EE-97970CE08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D556E-EE4C-24B0-91BE-A3509B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2621-349B-BA25-8710-9D8401C3E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E0F24-35A5-F9BC-1054-151E4D67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54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2549-F816-72C6-2BF8-0C9369FF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B3FC8-C50F-8362-B731-8B0BD6386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C0E79-1567-DF2F-288B-3EA8CD9C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510C9-3FFB-9E70-77A7-DB195D0C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68C12-8414-0A15-092F-692EEF25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9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E17C-ABED-327D-190C-AF0050AF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3ADC-BEC6-4492-0BAE-F84A1BCD1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955FD-8160-E27D-967A-2FE4FBF10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3489-48B8-33AF-B234-3D28B4A1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B8FEF-5CE0-DE81-67E2-56BA5A01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02136-4357-FA7F-869B-560A6821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31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3B5A-84DA-5FC0-E9F6-A7D39B1F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43D83-DB37-BE7D-1E29-62FDD01FC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4F6F8-6C61-1E93-F008-982B6EEAD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5D3B3-F8B7-0614-7EC5-616B4B54A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994E0-A86C-0DFF-C66B-04A296644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FDDA7-D23D-E018-3E53-83BBF47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FACB8-868E-F73F-3607-379C02D9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B625E-32F0-C3BF-CF20-3ADA1AB0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57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F571-693A-ECCD-42C2-3C896FB0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653C6-9868-FFDB-D3AF-5B727BF2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1BD4-F61F-05CD-5037-FE30187D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62F55-CBD9-48DF-4B46-4A2EB024D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66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436C4-6457-1CD4-5EA0-9E869AB8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9B598-0F57-5FA2-4EBC-3C45DEEA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ECE0-A91B-9668-F3C2-D0C1C024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27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EDC3-2FD6-C45B-9BB5-E27D2115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96332-67E0-D23D-3D65-6B01A681B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D7958-20DE-205E-5BAE-5238B100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43072-D709-D056-9F76-D473C1F1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D0993-82A6-AA89-96E1-B0C90AFA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F293F-E4B9-8865-4CEF-C28DBBE8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37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721B-C9FD-97B4-3E0B-3B1D5070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1D4FC-3CBC-88A4-7583-E581D5434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A6AF-BE4F-83BA-B189-15561739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09501-B7B0-2129-3C11-705EA085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A55B6-8C9C-8CEC-CEA6-A3C69B4D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4D3E2-275A-85A5-10CB-F3A0084A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37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2C70D-0E7F-8CA6-95FB-CBE22488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E4BBA-8E39-C676-F435-726670C91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2A9BB-408D-6C48-EB77-265E2E5E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2F03B-4638-DB77-6A0C-BB10E79A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C459-CF81-B118-F8A2-152EC4BD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12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A891A-60B9-037D-D3BF-025650AAE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F222F-1A54-5270-B1E4-37515B8C0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F9B94-D5AC-76E8-FE8D-E22B48DF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F7DDD-E350-4EBA-CB83-9B3CF1A6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B155F-35B7-FD65-00A4-36CCE7C6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76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34EF0-4716-1055-22AC-795C1A92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EF323-86B6-5EBF-46C3-EA89DE8E7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7F2DE-E2E6-BCCF-0912-39F2581AD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68E37-D4DE-4A1A-9869-1342F4EEE49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2ECB-457D-F721-2358-5467095F7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3A68B-AB9C-32C1-65CF-6C51D8498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9C45-D410-463A-A4B5-E682A5A96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9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8B5F-E65C-EE40-8C53-DEFFA7B8F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Employee Performance Analysis using Python, SQL &amp; Excel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A5135-0BC5-8908-1703-B3D93DD72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5526" y="3611465"/>
            <a:ext cx="2560948" cy="451488"/>
          </a:xfrm>
        </p:spPr>
        <p:txBody>
          <a:bodyPr>
            <a:normAutofit fontScale="92500"/>
          </a:bodyPr>
          <a:lstStyle/>
          <a:p>
            <a:r>
              <a:rPr lang="en-IN" dirty="0"/>
              <a:t>HR Analytics Project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978AB0-2707-778D-0DC6-D53642041069}"/>
              </a:ext>
            </a:extLst>
          </p:cNvPr>
          <p:cNvSpPr txBox="1">
            <a:spLocks/>
          </p:cNvSpPr>
          <p:nvPr/>
        </p:nvSpPr>
        <p:spPr>
          <a:xfrm>
            <a:off x="1" y="6406512"/>
            <a:ext cx="2507226" cy="451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Name: Skanda Sai M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1330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13A925-44C2-5CDE-8A1D-A3E1967D2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568" y="1690688"/>
            <a:ext cx="5929542" cy="3953028"/>
          </a:xfrm>
          <a:prstGeom prst="rect">
            <a:avLst/>
          </a:prstGeom>
          <a:effectLst>
            <a:outerShdw blurRad="50800" dist="393700" dir="5400000" sx="55000" sy="55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A0B6E5-81F6-A2EB-790C-E7A32670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B9B62-2604-B66F-E441-8FB7BDE59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64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company faced difficulties in monitoring employee productivity and identifying factors affecting performance. HR teams needed a data-driven solution to analyze employee behavior, department efficiency, salary trends, and promotion patterns for better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4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E9F6-3E91-4989-3D62-D82140D9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C25EDEB-668B-F1F3-8379-7763C3436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95" b="12042"/>
          <a:stretch>
            <a:fillRect/>
          </a:stretch>
        </p:blipFill>
        <p:spPr>
          <a:xfrm>
            <a:off x="584366" y="1543050"/>
            <a:ext cx="11023267" cy="5016500"/>
          </a:xfrm>
        </p:spPr>
      </p:pic>
    </p:spTree>
    <p:extLst>
      <p:ext uri="{BB962C8B-B14F-4D97-AF65-F5344CB8AC3E}">
        <p14:creationId xmlns:p14="http://schemas.microsoft.com/office/powerpoint/2010/main" val="184514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425443-F649-9449-93B1-F7CC94A3F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834" y="1562553"/>
            <a:ext cx="4877481" cy="4877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2CB60-321C-3496-7B3C-33E7C1B2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8D9F8-DFC0-74E5-E369-E8743F090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Conducted on 1000 Employee Records</a:t>
            </a:r>
          </a:p>
          <a:p>
            <a:r>
              <a:rPr lang="en-US" b="1" dirty="0"/>
              <a:t>Columns Included</a:t>
            </a:r>
          </a:p>
          <a:p>
            <a:pPr lvl="1"/>
            <a:r>
              <a:rPr lang="en-US" dirty="0"/>
              <a:t>Employee ID </a:t>
            </a:r>
          </a:p>
          <a:p>
            <a:pPr lvl="1"/>
            <a:r>
              <a:rPr lang="en-US" dirty="0"/>
              <a:t>Department </a:t>
            </a:r>
          </a:p>
          <a:p>
            <a:pPr lvl="1"/>
            <a:r>
              <a:rPr lang="en-US" dirty="0"/>
              <a:t>Salary </a:t>
            </a:r>
          </a:p>
          <a:p>
            <a:pPr lvl="1"/>
            <a:r>
              <a:rPr lang="en-US" dirty="0"/>
              <a:t>Attendance </a:t>
            </a:r>
          </a:p>
          <a:p>
            <a:pPr lvl="1"/>
            <a:r>
              <a:rPr lang="en-US" dirty="0"/>
              <a:t>Projects Completed </a:t>
            </a:r>
          </a:p>
          <a:p>
            <a:pPr lvl="1"/>
            <a:r>
              <a:rPr lang="en-US" dirty="0"/>
              <a:t>Training Hours </a:t>
            </a:r>
          </a:p>
          <a:p>
            <a:pPr lvl="1"/>
            <a:r>
              <a:rPr lang="en-US" dirty="0"/>
              <a:t>Performance Score </a:t>
            </a:r>
          </a:p>
          <a:p>
            <a:pPr lvl="1"/>
            <a:r>
              <a:rPr lang="en-US" dirty="0"/>
              <a:t>Promotion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85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5D73-BB3B-94F3-0132-77084A22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KPIs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772D3A-794F-4F74-7E2E-6DC088377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74547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Total number of employees included in the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Average salary earned by employees across all departments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Performing 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Department with the highest average performance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Performer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Employee with the highest performance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Promotion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Percentage of employees who received promotions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3499C-D7FE-86F6-5F64-BD8CF0D71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54" y="1929255"/>
            <a:ext cx="2939185" cy="293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1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854C-5C40-7383-4EE0-874CAB00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AEE9EC-6AF1-9B7C-552F-670FBF51A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788383"/>
              </p:ext>
            </p:extLst>
          </p:nvPr>
        </p:nvGraphicFramePr>
        <p:xfrm>
          <a:off x="838199" y="1521185"/>
          <a:ext cx="10515599" cy="3815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4FCEA29-6933-A761-E72F-564F7AC12338}"/>
              </a:ext>
            </a:extLst>
          </p:cNvPr>
          <p:cNvSpPr txBox="1">
            <a:spLocks/>
          </p:cNvSpPr>
          <p:nvPr/>
        </p:nvSpPr>
        <p:spPr>
          <a:xfrm>
            <a:off x="733425" y="2103437"/>
            <a:ext cx="4725266" cy="4078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2FB02A6-F436-C10A-4124-CB496A2F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5242173"/>
            <a:ext cx="105155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department had the highest performance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department had the lowest performance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departments showed similar performance levels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employee performance was stable across departments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B338D-3CAE-1303-3027-C3E639F4FE64}"/>
              </a:ext>
            </a:extLst>
          </p:cNvPr>
          <p:cNvSpPr txBox="1"/>
          <p:nvPr/>
        </p:nvSpPr>
        <p:spPr>
          <a:xfrm>
            <a:off x="838197" y="1351908"/>
            <a:ext cx="4620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600" b="1" i="0" u="none" strike="noStrike" kern="1200" cap="all" spc="120" normalizeH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sz="2000" dirty="0"/>
              <a:t>Department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293666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1A97-3585-AA51-2377-9C76964A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420" y="524173"/>
            <a:ext cx="10515600" cy="383389"/>
          </a:xfrm>
        </p:spPr>
        <p:txBody>
          <a:bodyPr>
            <a:noAutofit/>
          </a:bodyPr>
          <a:lstStyle/>
          <a:p>
            <a:r>
              <a:rPr lang="en-IN" sz="3000" b="1" dirty="0"/>
              <a:t>Salary Distribution</a:t>
            </a:r>
            <a:endParaRPr lang="en-IN" sz="3000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C7F0C2A4-15DF-4E2E-9BA7-238AC185693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22064687"/>
                  </p:ext>
                </p:extLst>
              </p:nvPr>
            </p:nvGraphicFramePr>
            <p:xfrm>
              <a:off x="1074420" y="907562"/>
              <a:ext cx="10043160" cy="431262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C7F0C2A4-15DF-4E2E-9BA7-238AC18569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4420" y="907562"/>
                <a:ext cx="10043160" cy="43126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1">
            <a:extLst>
              <a:ext uri="{FF2B5EF4-FFF2-40B4-BE49-F238E27FC236}">
                <a16:creationId xmlns:a16="http://schemas.microsoft.com/office/drawing/2014/main" id="{412C4F15-6252-266D-6CD1-FF69589A1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4088" y="5410497"/>
            <a:ext cx="1016349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employees fall within the mid-range salary categories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employees receive very high salaries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distribution is spread across different pay ranges in the organization </a:t>
            </a:r>
          </a:p>
        </p:txBody>
      </p:sp>
    </p:spTree>
    <p:extLst>
      <p:ext uri="{BB962C8B-B14F-4D97-AF65-F5344CB8AC3E}">
        <p14:creationId xmlns:p14="http://schemas.microsoft.com/office/powerpoint/2010/main" val="347599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929A-9DAE-549E-A197-595FDC2F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Promotion Rate</a:t>
            </a:r>
            <a:endParaRPr lang="en-IN" sz="3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73E067-62E1-0962-F08C-6177481FE3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185372"/>
              </p:ext>
            </p:extLst>
          </p:nvPr>
        </p:nvGraphicFramePr>
        <p:xfrm>
          <a:off x="838200" y="1690688"/>
          <a:ext cx="5979289" cy="4355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8F8D4D-CD1E-0936-A4CC-1C6835E614FD}"/>
              </a:ext>
            </a:extLst>
          </p:cNvPr>
          <p:cNvSpPr txBox="1"/>
          <p:nvPr/>
        </p:nvSpPr>
        <p:spPr>
          <a:xfrm>
            <a:off x="6817489" y="3167286"/>
            <a:ext cx="47639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Majority of employees did not receive promotions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smaller percentage of employees were promoted based on performance and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chart highlights the overall promotion distribution in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6896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B8A5-52F9-1DDE-F996-4929A8BD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/>
              <a:t>Gender Distribution</a:t>
            </a:r>
            <a:endParaRPr lang="en-IN" sz="3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B33CBF-49F9-1C46-5A6D-AF47D3065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0703883"/>
              </p:ext>
            </p:extLst>
          </p:nvPr>
        </p:nvGraphicFramePr>
        <p:xfrm>
          <a:off x="838200" y="1860349"/>
          <a:ext cx="4277810" cy="4193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D098AD2-D6B7-009E-4911-9B74C123D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928" y="3218290"/>
            <a:ext cx="66554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organization has a balanced gender distribution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Female employees represent 52% of the workforce, while male employees account for 48%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chart shows overall employee gender representation in the company</a:t>
            </a:r>
          </a:p>
        </p:txBody>
      </p:sp>
    </p:spTree>
    <p:extLst>
      <p:ext uri="{BB962C8B-B14F-4D97-AF65-F5344CB8AC3E}">
        <p14:creationId xmlns:p14="http://schemas.microsoft.com/office/powerpoint/2010/main" val="377243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39A1-0F8A-D31C-91DF-855079AC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E25F89-93C0-1445-5150-26A63E5883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02456"/>
            <a:ext cx="58817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 department achieved highest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positively impacted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showed weak correlation with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with higher training hours performed better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2C0BA-F57E-E7BE-8B31-8B6676465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919" y="1857461"/>
            <a:ext cx="3490318" cy="349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3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7369-BB12-2AA7-5E24-AB5CF358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BFDCE-EC4C-08E2-776F-162EF320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65" y="2573179"/>
            <a:ext cx="6523299" cy="25340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The project successfully analyzed employee performance trends using Python, SQL, and Excel. The analysis provided valuable HR insights that can help improve employee productivity, training strategies, and business decision-making.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2AE69-03AF-3F8C-6B5B-E8F54222D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686" y="2217176"/>
            <a:ext cx="3246076" cy="32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73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326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Employee Performance Analysis using Python, SQL &amp; Excel</vt:lpstr>
      <vt:lpstr>Problem Statement</vt:lpstr>
      <vt:lpstr>Objectives</vt:lpstr>
      <vt:lpstr>Dataset Overview</vt:lpstr>
      <vt:lpstr>Key KPIs</vt:lpstr>
      <vt:lpstr>Exploratory Data Analysis (EDA)</vt:lpstr>
      <vt:lpstr>Salary Distribution</vt:lpstr>
      <vt:lpstr>Promotion Rate</vt:lpstr>
      <vt:lpstr>Gender Distribution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Skanda Sai M</dc:creator>
  <cp:lastModifiedBy>Skanda Sai M</cp:lastModifiedBy>
  <cp:revision>2</cp:revision>
  <dcterms:created xsi:type="dcterms:W3CDTF">2026-05-10T15:29:10Z</dcterms:created>
  <dcterms:modified xsi:type="dcterms:W3CDTF">2026-05-15T10:00:09Z</dcterms:modified>
</cp:coreProperties>
</file>